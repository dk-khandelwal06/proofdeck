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5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drop the hook: AI has made resume claims cheap to write. Judges should feel the tension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 line: 'The gap isn't a lack of proof — it's a lack of a fast way to inspect it.' Pause after each of the three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 now' slide — deliver it with energy. AI-generated claims are UP, trust in self-reported claims is DOWN, demand for evidence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core equation slowly: Resume = claim. GitHub = built. ProofDeck = the evidence layer connecting them. This is the line judges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Connect → Analyze → Structure → Share in one breath — keep it mechanical and simple, not over-explained.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mockup — say this is a conceptual MVP, not live production. Be upfront that this is illustrative of the product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trust-chain slide — your most memorable visual. Read it left to right: Claim → Evidence → Context → Signal → Recruiter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tight: beachhead is technical students, expansion is placement cells, long-term is recruiters and hiring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pricing is illustrative and needs validation — judges respect this honesty far more than fake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trash competitors — say plainly what layer is missing: evidence-linked skill signals. End on the italic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costs little to start: campus communities and hackathons before any paid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flywheel: more student profiles → more recruiter value → more institutional interest. Defensibility is a hypothesis, not a moat yet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Be honest: here's what exists today (conceptual MVP + problem validation from your own experience), here's what's still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personal — you ARE the evidence. Your own GitHub projects are proof you can execute exactly what ProofDeck promises to surface for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quote, pause, then say 'ProofDeck — making technical skill inspectable.' Thank the judges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EUREKA! 2026  ·  NATIONAL ENTREPRENEURSHIP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ProofDeck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claiming skills. Start proving them.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743200" cy="0"/>
          </a:xfrm>
          <a:prstGeom prst="line">
            <a:avLst/>
          </a:prstGeom>
          <a:noFill/>
          <a:ln w="12700">
            <a:solidFill>
              <a:srgbClr val="323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layer for modern technical hiring.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Khandelwal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B.S. Applied Artificial Intelligence &amp; Data Science, IIT Jodhpur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57055" y="502920"/>
            <a:ext cx="2194560" cy="329184"/>
          </a:xfrm>
          <a:prstGeom prst="roundRect">
            <a:avLst>
              <a:gd name="adj" fmla="val 44444"/>
            </a:avLst>
          </a:prstGeom>
          <a:solidFill>
            <a:srgbClr val="2A2F63"/>
          </a:solidFill>
          <a:ln/>
        </p:spPr>
      </p:sp>
      <p:sp>
        <p:nvSpPr>
          <p:cNvPr id="12" name="Text 10"/>
          <p:cNvSpPr/>
          <p:nvPr/>
        </p:nvSpPr>
        <p:spPr>
          <a:xfrm>
            <a:off x="9357055" y="502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candidates claim isn't what recruiters can verify.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 Claims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72160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like “Proficient in ML” or “Expert in Python” are self-reported — and now trivial to generate with AI.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87368" y="3579876"/>
            <a:ext cx="201168" cy="140818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2148840"/>
            <a:ext cx="342900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4688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Evidence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372160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proof exists across GitHub repos, commits, notebooks and project work — but it's fragmented and hard to review quickly.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08976" y="3579876"/>
            <a:ext cx="201168" cy="140818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148840"/>
            <a:ext cx="3429000" cy="3063240"/>
          </a:xfrm>
          <a:prstGeom prst="roundRect">
            <a:avLst>
              <a:gd name="adj" fmla="val 4179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2148840"/>
            <a:ext cx="3429000" cy="3063240"/>
          </a:xfrm>
          <a:prstGeom prst="roundRect">
            <a:avLst>
              <a:gd name="adj" fmla="val 4179"/>
            </a:avLst>
          </a:prstGeom>
          <a:ln w="1905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3336" y="24688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40333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03336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Uncertainty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03336" y="372160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fast, structured way to connect a resume claim to the evidence that actually backs it up.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a lack of proof — it's a lack of a fast way to inspect it.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75488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made claims cheap. That makes proof valuable.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1F2749"/>
          </a:solidFill>
          <a:ln w="12700">
            <a:solidFill>
              <a:srgbClr val="323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715768"/>
            <a:ext cx="384048" cy="384048"/>
          </a:xfrm>
          <a:prstGeom prst="triangl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478024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claims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0" y="2514600"/>
            <a:ext cx="0" cy="804672"/>
          </a:xfrm>
          <a:prstGeom prst="line">
            <a:avLst/>
          </a:prstGeom>
          <a:noFill/>
          <a:ln w="12700">
            <a:solidFill>
              <a:srgbClr val="323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2478024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confident resume language is now trivial to produce at scale.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1F2749"/>
          </a:solidFill>
          <a:ln w="12700">
            <a:solidFill>
              <a:srgbClr val="323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1005840" y="4032504"/>
            <a:ext cx="384048" cy="384048"/>
          </a:xfrm>
          <a:prstGeom prst="triangl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794760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in self-reported claims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0" y="3831336"/>
            <a:ext cx="0" cy="804672"/>
          </a:xfrm>
          <a:prstGeom prst="line">
            <a:avLst/>
          </a:prstGeom>
          <a:noFill/>
          <a:ln w="12700">
            <a:solidFill>
              <a:srgbClr val="323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794760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easier a claim is to write, the less it tells a recruiter on its own.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65192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1F2749"/>
          </a:solidFill>
          <a:ln w="12700">
            <a:solidFill>
              <a:srgbClr val="323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349240"/>
            <a:ext cx="384048" cy="384048"/>
          </a:xfrm>
          <a:prstGeom prst="triangle">
            <a:avLst/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5111496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 inspectable evidence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0" y="5148072"/>
            <a:ext cx="0" cy="804672"/>
          </a:xfrm>
          <a:prstGeom prst="line">
            <a:avLst/>
          </a:prstGeom>
          <a:noFill/>
          <a:ln w="12700">
            <a:solidFill>
              <a:srgbClr val="323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5111496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increasingly matters is proof that can be checked, not just read.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ProofDeck connects claims to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42316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Claim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3108960"/>
            <a:ext cx="2734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“Proficient in Machine Learning”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32504" y="2916936"/>
            <a:ext cx="219456" cy="153619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214884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42316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ProofDeck Evidence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3108960"/>
            <a:ext cx="2734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project history — repos, commits, notebooks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81544" y="2916936"/>
            <a:ext cx="219456" cy="153619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214884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242316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Evidence-Backed Skill Signal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4192" y="3108960"/>
            <a:ext cx="2734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“ML — verified via 3 projects”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4805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What you claim.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864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What you built.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248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 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evidence layer connecting the two.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 from raw evidence to a trusted profile.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87168" cy="28803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32004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6112" y="3639312"/>
            <a:ext cx="1975104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767328"/>
            <a:ext cx="1975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and other project 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36392" y="363474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286000"/>
            <a:ext cx="2487168" cy="28803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02736" y="32004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02736" y="3639312"/>
            <a:ext cx="1975104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3767328"/>
            <a:ext cx="1975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repositories, technologies, and contribution context.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43016" y="363474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6053328" y="2286000"/>
            <a:ext cx="2487168" cy="28803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639312"/>
            <a:ext cx="1975104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767328"/>
            <a:ext cx="1975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evidence into understandable skill signals.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49640" y="363474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22" name="Shape 20"/>
          <p:cNvSpPr/>
          <p:nvPr/>
        </p:nvSpPr>
        <p:spPr>
          <a:xfrm>
            <a:off x="8759952" y="2286000"/>
            <a:ext cx="2487168" cy="2880360"/>
          </a:xfrm>
          <a:prstGeom prst="roundRect">
            <a:avLst>
              <a:gd name="adj" fmla="val 5147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59952" y="2286000"/>
            <a:ext cx="2487168" cy="2880360"/>
          </a:xfrm>
          <a:prstGeom prst="roundRect">
            <a:avLst>
              <a:gd name="adj" fmla="val 5147"/>
            </a:avLst>
          </a:prstGeom>
          <a:ln w="190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15984" y="32004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15984" y="3639312"/>
            <a:ext cx="1975104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5984" y="3767328"/>
            <a:ext cx="1975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recruiter-ready ProofDeck profile.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recruiter-ready, evidence-backed skill profile.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448495" y="502920"/>
            <a:ext cx="2103120" cy="329184"/>
          </a:xfrm>
          <a:prstGeom prst="roundRect">
            <a:avLst>
              <a:gd name="adj" fmla="val 44444"/>
            </a:avLst>
          </a:prstGeom>
          <a:solidFill>
            <a:srgbClr val="EDECFC"/>
          </a:solidFill>
          <a:ln/>
        </p:spPr>
      </p:sp>
      <p:sp>
        <p:nvSpPr>
          <p:cNvPr id="5" name="Text 3"/>
          <p:cNvSpPr/>
          <p:nvPr/>
        </p:nvSpPr>
        <p:spPr>
          <a:xfrm>
            <a:off x="9448495" y="502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MVP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94183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057400"/>
            <a:ext cx="9418320" cy="457200"/>
          </a:xfrm>
          <a:prstGeom prst="roundRect">
            <a:avLst>
              <a:gd name="adj" fmla="val 24000"/>
            </a:avLst>
          </a:prstGeom>
          <a:solidFill>
            <a:srgbClr val="F0F1F8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2231136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223113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2139696" y="2231136"/>
            <a:ext cx="118872" cy="11887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1226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proofdeck.app/dakshkhandelwal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8346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Daksh Khandelwal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191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&amp; Data Science  ·  ProofDeck Profile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749040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3803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050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image-classifier-cnn  ·  42 commits analyzed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38770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F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38770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37360" y="446227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4517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4764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student-risk-predictor  ·  notebook evidence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58200" y="45902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F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5902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37360" y="5175504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65960" y="5477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image-classifier-cnn  ·  training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8200" y="53035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F8F0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5303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 inspect evidence, not just the claim.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874520" cy="192024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651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Python”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320040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8" name="Shape 6"/>
          <p:cNvSpPr/>
          <p:nvPr/>
        </p:nvSpPr>
        <p:spPr>
          <a:xfrm>
            <a:off x="2770632" y="2331720"/>
            <a:ext cx="1874520" cy="192024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35224" y="2651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07792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commits, notebooks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2331720"/>
            <a:ext cx="1874520" cy="192024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65776" y="2651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38344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built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93992" y="320040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7031736" y="2331720"/>
            <a:ext cx="1874520" cy="192024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2651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68896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skill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24544" y="3200400"/>
            <a:ext cx="182880" cy="128016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20" name="Shape 18"/>
          <p:cNvSpPr/>
          <p:nvPr/>
        </p:nvSpPr>
        <p:spPr>
          <a:xfrm>
            <a:off x="9162288" y="2331720"/>
            <a:ext cx="1874520" cy="1920240"/>
          </a:xfrm>
          <a:prstGeom prst="roundRect">
            <a:avLst>
              <a:gd name="adj" fmla="val 6341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2651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99448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before trusting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view: filter candidates by evidence-backed skill — not keyword match.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212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5046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candidates by verified skill, not resume keywords.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5212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Screening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55046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 spent validating self-reported claims.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5212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Signal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01000" y="55046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project backs each listed skill.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EXPERIENCE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path from students to hiring infrastructure.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8686800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9514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Beachhead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students seeking internships &amp; entry-level roles — CS, AI/DS, and engineering students at IIT/NIT and technical colleges.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502152"/>
            <a:ext cx="7132320" cy="1170432"/>
          </a:xfrm>
          <a:prstGeom prst="roundRect">
            <a:avLst>
              <a:gd name="adj" fmla="val 10156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484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placement cells adopt ProofDeck profiles as part of the placement process.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855464"/>
            <a:ext cx="5577840" cy="1170432"/>
          </a:xfrm>
          <a:prstGeom prst="roundRect">
            <a:avLst>
              <a:gd name="adj" fmla="val 10156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001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Opportunity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33095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and technical hiring teams use ProofDeck as evidence infrastructure for hiring decisions.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ProofDeck can create revenue.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71255" y="502920"/>
            <a:ext cx="2880360" cy="329184"/>
          </a:xfrm>
          <a:prstGeom prst="roundRect">
            <a:avLst>
              <a:gd name="adj" fmla="val 44444"/>
            </a:avLst>
          </a:prstGeom>
          <a:solidFill>
            <a:srgbClr val="FBF0DE"/>
          </a:solidFill>
          <a:ln/>
        </p:spPr>
      </p:sp>
      <p:sp>
        <p:nvSpPr>
          <p:cNvPr id="5" name="Text 3"/>
          <p:cNvSpPr/>
          <p:nvPr/>
        </p:nvSpPr>
        <p:spPr>
          <a:xfrm>
            <a:off x="8671255" y="5029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TO BE VALIDATED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591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(B2C)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906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ProofDeck profile — free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Premium analytics &amp; customization — paid tier (illustrative)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210312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2103120"/>
            <a:ext cx="3429000" cy="3200400"/>
          </a:xfrm>
          <a:prstGeom prst="roundRect">
            <a:avLst>
              <a:gd name="adj" fmla="val 4000"/>
            </a:avLst>
          </a:prstGeom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3591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Subscription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6008" y="30906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246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 &amp; filter evidence-backed profiles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Technical screening support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Seat-based subscription (illustrative)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10312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57616" y="23591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57616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B2B2C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57616" y="30906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3246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Placement-cell dashboards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Bulk student profile adoption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Pilot-based pricing (future)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559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more student profiles → more recruiter value → more institutional interest.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evidence layer in technical hiring.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0" y="2103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2103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2103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46920" y="2157984"/>
            <a:ext cx="1828800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2103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108813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151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6151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26151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26151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0" y="2615184"/>
            <a:ext cx="1920240" cy="512064"/>
          </a:xfrm>
          <a:prstGeom prst="rect">
            <a:avLst/>
          </a:prstGeom>
          <a:solidFill>
            <a:srgbClr val="EDE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26151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127248"/>
            <a:ext cx="10881360" cy="512064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2724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3127248"/>
            <a:ext cx="1920240" cy="512064"/>
          </a:xfrm>
          <a:prstGeom prst="rect">
            <a:avLst/>
          </a:prstGeom>
          <a:solidFill>
            <a:srgbClr val="EDECF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31272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3639312"/>
            <a:ext cx="108813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63931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format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639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60720" y="3639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80960" y="3639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01200" y="3639312"/>
            <a:ext cx="1920240" cy="512064"/>
          </a:xfrm>
          <a:prstGeom prst="rect">
            <a:avLst/>
          </a:prstGeom>
          <a:solidFill>
            <a:srgbClr val="EDECFC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3639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4151376"/>
            <a:ext cx="10881360" cy="512064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15137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Recruiter-oriented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151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760720" y="4151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80960" y="4151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601200" y="4151376"/>
            <a:ext cx="1920240" cy="512064"/>
          </a:xfrm>
          <a:prstGeom prst="rect">
            <a:avLst/>
          </a:prstGeom>
          <a:solidFill>
            <a:srgbClr val="EDECFC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0" y="4151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4663440"/>
            <a:ext cx="108813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6634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skill signals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40480" y="46634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760720" y="46634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80960" y="46634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601200" y="4663440"/>
            <a:ext cx="1920240" cy="512064"/>
          </a:xfrm>
          <a:prstGeom prst="rect">
            <a:avLst/>
          </a:prstGeom>
          <a:solidFill>
            <a:srgbClr val="EDECFC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46634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40080" y="5413248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" y="541324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37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don't replace the resume. We make its claims inspectable.”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distribution through existing student networks.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Acquisition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tech communities, hackathons, coding clubs, and student ambassadors.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228600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5603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Acquisition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36008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cells, university partnerships, and pilot programs with early-adopter departments.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228600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5603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Acquisition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57616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recruiter pilots with technical hiring teams, building toward B2B subscriptions.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starts where evidence already lives — inside student project communities.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compounds as the evidence graph grows.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8470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96312" y="2638044"/>
            <a:ext cx="164592" cy="115214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7" name="Shape 5"/>
          <p:cNvSpPr/>
          <p:nvPr/>
        </p:nvSpPr>
        <p:spPr>
          <a:xfrm>
            <a:off x="2706624" y="2194560"/>
            <a:ext cx="18470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219456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62856" y="2638044"/>
            <a:ext cx="164592" cy="115214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0" name="Shape 8"/>
          <p:cNvSpPr/>
          <p:nvPr/>
        </p:nvSpPr>
        <p:spPr>
          <a:xfrm>
            <a:off x="4773168" y="2194560"/>
            <a:ext cx="18470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219456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9400" y="2638044"/>
            <a:ext cx="164592" cy="115214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39712" y="2194560"/>
            <a:ext cx="184708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31152" y="219456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&amp;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Teams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95944" y="2638044"/>
            <a:ext cx="164592" cy="115214"/>
          </a:xfrm>
          <a:prstGeom prst="rightArrow">
            <a:avLst/>
          </a:prstGeom>
          <a:solidFill>
            <a:srgbClr val="8A8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8906256" y="2194560"/>
            <a:ext cx="1847088" cy="1051560"/>
          </a:xfrm>
          <a:prstGeom prst="roundRect">
            <a:avLst>
              <a:gd name="adj" fmla="val 10435"/>
            </a:avLst>
          </a:prstGeom>
          <a:solidFill>
            <a:srgbClr val="4F46E5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97696" y="219456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scales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student profile adds evidence to the graph; each new recruiter adds demand for that evidence — the two sides reinforce each other.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Defensibility hypotheses  (to be tested, not yet proven)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755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5532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Accumulated, structured mapping between projects and verified skills.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1688" y="50292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51755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Distribution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90288" y="5532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Placement-cell relationships create a durable acquisition channel.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83296" y="50292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51755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Workflow Fit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11896" y="5532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embedded in screening, switching cost rises for recruiters.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built — and what we need to prove next.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50592"/>
            <a:ext cx="1463040" cy="310896"/>
          </a:xfrm>
          <a:prstGeom prst="roundRect">
            <a:avLst>
              <a:gd name="adj" fmla="val 47059"/>
            </a:avLst>
          </a:prstGeom>
          <a:solidFill>
            <a:srgbClr val="EDE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505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02666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986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MVP demonstrating an evidence-linked skill profile built from real project history.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67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framing grounded in the founder's own experience building and documenting technical projects.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76402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6360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workflow defined: Connect → Analyze → Structure → Share.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257800" cy="3931920"/>
          </a:xfrm>
          <a:prstGeom prst="roundRect">
            <a:avLst>
              <a:gd name="adj" fmla="val 3256"/>
            </a:avLst>
          </a:prstGeom>
          <a:solidFill>
            <a:srgbClr val="EDECFC"/>
          </a:solidFill>
          <a:ln/>
          <a:effectLst>
            <a:outerShdw blurRad="127000" dist="38100" dir="5400000" algn="bl" rotWithShape="0">
              <a:srgbClr val="1B1F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450592"/>
            <a:ext cx="237744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450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37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VALIDATE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3026664"/>
            <a:ext cx="82296" cy="82296"/>
          </a:xfrm>
          <a:prstGeom prst="ellipse">
            <a:avLst/>
          </a:prstGeom>
          <a:solidFill>
            <a:srgbClr val="37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898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interviews — willingness to connect GitHub and adopt a ProofDeck profile.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758184"/>
            <a:ext cx="82296" cy="82296"/>
          </a:xfrm>
          <a:prstGeom prst="ellipse">
            <a:avLst/>
          </a:prstGeom>
          <a:solidFill>
            <a:srgbClr val="372FA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6301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interviews — willingness to use evidence-backed profiles in screening.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489704"/>
            <a:ext cx="82296" cy="82296"/>
          </a:xfrm>
          <a:prstGeom prst="ellipse">
            <a:avLst/>
          </a:prstGeom>
          <a:solidFill>
            <a:srgbClr val="372FA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3616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usability testing with real project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5221224"/>
            <a:ext cx="82296" cy="82296"/>
          </a:xfrm>
          <a:prstGeom prst="ellipse">
            <a:avLst/>
          </a:prstGeom>
          <a:solidFill>
            <a:srgbClr val="372FA0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5093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placement-cell pilot conversations.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I'm positioned to build this.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" cy="10515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7452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Daksh Khandelwal</a:t>
            </a:r>
          </a:p>
        </p:txBody>
      </p:sp>
      <p:sp>
        <p:nvSpPr>
          <p:cNvPr id="7" name="Text 5"/>
          <p:cNvSpPr/>
          <p:nvPr/>
        </p:nvSpPr>
        <p:spPr>
          <a:xfrm>
            <a:off x="1917650" y="2560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ProofDeck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83146" y="2862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 Applied Artificial Intelligence &amp; Data Science, IIT Jodhpur (expected 2029)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evidence — the same kind ProofDeck is built to surface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422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7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 — AI Voice Assistant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6360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voice assistant built from scratch: wake-word detection, speech-to-text/text-to-speech, task automation, and OpenAI integration.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39776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41422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7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AI-Chat-Automation-Bot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0288" y="46360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 integrating an LLM API (via OpenRouter) with real-time WhatsApp Web chat handling, built end-to-end in Python.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39776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41422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7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Performance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1896" y="46360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Excel + VBA analytics dashboard covering 150 players across 10 IPL teams, with macro-driven interactivity.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943600" cy="5943600"/>
          </a:xfrm>
          <a:prstGeom prst="ellipse">
            <a:avLst/>
          </a:prstGeom>
          <a:solidFill>
            <a:srgbClr val="4F46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i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future of hiring shouldn't be about who writes the best claims.</a:t>
            </a:r>
            <a:endParaRPr lang="en-US" sz="2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600" b="1" i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be about who can show the best proof.”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98568" y="3520440"/>
            <a:ext cx="2194560" cy="0"/>
          </a:xfrm>
          <a:prstGeom prst="line">
            <a:avLst/>
          </a:prstGeom>
          <a:noFill/>
          <a:ln w="12700">
            <a:solidFill>
              <a:srgbClr val="323B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794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ProofDeck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86840" y="45720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technical skill inspectable.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Khandelwal  ·  Founder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614476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Eureka! 2026 · National Entrepreneurship Challenge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1550</Words>
  <Application>Microsoft Office PowerPoint</Application>
  <PresentationFormat>Widescreen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 KHANDELWAL</cp:lastModifiedBy>
  <cp:revision>2</cp:revision>
  <dcterms:created xsi:type="dcterms:W3CDTF">2026-08-19T04:23:00Z</dcterms:created>
  <dcterms:modified xsi:type="dcterms:W3CDTF">2026-08-19T04:35:08Z</dcterms:modified>
</cp:coreProperties>
</file>